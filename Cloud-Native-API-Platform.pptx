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Alice" panose="020B0604020202020204" charset="0"/>
      <p:regular r:id="rId14"/>
    </p:embeddedFont>
    <p:embeddedFont>
      <p:font typeface="Consolas" panose="020B0609020204030204" pitchFamily="49" charset="0"/>
      <p:regular r:id="rId15"/>
      <p:bold r:id="rId16"/>
      <p:italic r:id="rId17"/>
      <p:boldItalic r:id="rId18"/>
    </p:embeddedFont>
    <p:embeddedFont>
      <p:font typeface="Lora" pitchFamily="2" charset="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B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312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D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BF8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Relationship Id="rId9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harshchauhan01/slug-api" TargetMode="External"/><Relationship Id="rId2" Type="http://schemas.openxmlformats.org/officeDocument/2006/relationships/hyperlink" Target="https://github.com/harshchauhan01/SlugTerraAPI" TargetMode="Externa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380181"/>
            <a:ext cx="3287241" cy="43830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414104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SlugAPI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3925119" y="1069692"/>
            <a:ext cx="4722763" cy="1222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Cloud-Native API Platform</a:t>
            </a:r>
            <a:endParaRPr lang="en-US" sz="3850" dirty="0"/>
          </a:p>
        </p:txBody>
      </p:sp>
      <p:sp>
        <p:nvSpPr>
          <p:cNvPr id="6" name="Text 3"/>
          <p:cNvSpPr/>
          <p:nvPr/>
        </p:nvSpPr>
        <p:spPr>
          <a:xfrm>
            <a:off x="3925119" y="2505065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Django-based REST API, fully containerized and orchestrated — from code commit to production metrics.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925119" y="3122925"/>
            <a:ext cx="1517303" cy="266402"/>
          </a:xfrm>
          <a:prstGeom prst="roundRect">
            <a:avLst>
              <a:gd name="adj" fmla="val 6386"/>
            </a:avLst>
          </a:prstGeom>
          <a:solidFill>
            <a:srgbClr val="D7F4E4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10174" y="3165415"/>
            <a:ext cx="1347192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DEVOPS ARCHITECTURE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5513263" y="3118162"/>
            <a:ext cx="1068660" cy="275927"/>
          </a:xfrm>
          <a:prstGeom prst="roundRect">
            <a:avLst>
              <a:gd name="adj" fmla="val 6165"/>
            </a:avLst>
          </a:prstGeom>
          <a:noFill/>
          <a:ln w="4763">
            <a:solidFill>
              <a:srgbClr val="1B5F3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5603081" y="3165415"/>
            <a:ext cx="889025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1B5F3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CI/CD PIPELINE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652766" y="3118162"/>
            <a:ext cx="1042243" cy="275927"/>
          </a:xfrm>
          <a:prstGeom prst="roundRect">
            <a:avLst>
              <a:gd name="adj" fmla="val 6165"/>
            </a:avLst>
          </a:prstGeom>
          <a:noFill/>
          <a:ln w="4763">
            <a:solidFill>
              <a:srgbClr val="1B5F3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742584" y="3165415"/>
            <a:ext cx="862608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1B5F39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OBSERVABILITY</a:t>
            </a:r>
            <a:endParaRPr lang="en-US" sz="85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3C9331-9157-8F3E-4C6D-B2CB1CEF319F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EDA8219D-4133-6F19-952A-EF9839804FDA}"/>
              </a:ext>
            </a:extLst>
          </p:cNvPr>
          <p:cNvSpPr/>
          <p:nvPr/>
        </p:nvSpPr>
        <p:spPr>
          <a:xfrm>
            <a:off x="3925119" y="3542130"/>
            <a:ext cx="4722763" cy="1221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Developed By: Harsh Chauhan (12319734)</a:t>
            </a:r>
          </a:p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</a:rPr>
              <a:t>Roll No. : 30</a:t>
            </a:r>
          </a:p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</a:rPr>
              <a:t>Section: 4OM56</a:t>
            </a:r>
          </a:p>
          <a:p>
            <a:pPr>
              <a:lnSpc>
                <a:spcPts val="1750"/>
              </a:lnSpc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</a:rPr>
              <a:t>Subject: INT 377</a:t>
            </a:r>
          </a:p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</a:rPr>
              <a:t>Submitted To: Miss. Arshiya (29453)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C5C8D1-B688-F409-F5D4-24476C4E5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6605" y="288131"/>
            <a:ext cx="2596381" cy="318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Architecture Overview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56605" y="752921"/>
            <a:ext cx="7030715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SlugAPI is built on a modern cloud-native stack. Every service plays a defined role — from source control to live dashboards.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605" y="975345"/>
            <a:ext cx="6553200" cy="36576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605" y="975345"/>
            <a:ext cx="6553200" cy="3657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6605" y="4715321"/>
            <a:ext cx="7030715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Each layer is decoupled and automated, enabling rapid iteration, consistent deployments, and real-time observability.</a:t>
            </a:r>
            <a:endParaRPr lang="en-US" sz="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87857B-A63C-2C17-DCE9-532BCE5683E5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5066D-1237-F89A-3BA5-9BE7237CE9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636984"/>
            <a:ext cx="2628230" cy="262823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74988" y="1064791"/>
            <a:ext cx="1250528" cy="266402"/>
          </a:xfrm>
          <a:prstGeom prst="roundRect">
            <a:avLst>
              <a:gd name="adj" fmla="val 6386"/>
            </a:avLst>
          </a:prstGeom>
          <a:solidFill>
            <a:srgbClr val="D7F4E4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3560043" y="1107281"/>
            <a:ext cx="1080418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CORE APPLICATION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3474988" y="1387897"/>
            <a:ext cx="5177582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SlugAPI — Django REST Framework</a:t>
            </a:r>
            <a:endParaRPr lang="en-US" sz="2750" dirty="0"/>
          </a:p>
        </p:txBody>
      </p:sp>
      <p:sp>
        <p:nvSpPr>
          <p:cNvPr id="6" name="Text 3"/>
          <p:cNvSpPr/>
          <p:nvPr/>
        </p:nvSpPr>
        <p:spPr>
          <a:xfrm>
            <a:off x="3474988" y="2415629"/>
            <a:ext cx="517758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SlugAPI is the heart of the platform — a Django-based REST API that handles all business logic and data operations.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96119" y="3584153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CFBF8"/>
          </a:solidFill>
          <a:ln w="19050">
            <a:solidFill>
              <a:srgbClr val="D6D3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477069" y="3584153"/>
            <a:ext cx="76200" cy="1081757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14077" y="37449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RESTful Design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4077" y="4051474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Clean, versioned API endpoints built on Django REST Framework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60601" y="3584153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CFBF8"/>
          </a:solidFill>
          <a:ln w="19050">
            <a:solidFill>
              <a:srgbClr val="D6D3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241551" y="3584153"/>
            <a:ext cx="76200" cy="1081757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478560" y="37449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Stateless &amp; Scalable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3478560" y="4051474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Designed to run in containers — no local state, fully horizontal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25083" y="3584153"/>
            <a:ext cx="2622724" cy="1081757"/>
          </a:xfrm>
          <a:prstGeom prst="roundRect">
            <a:avLst>
              <a:gd name="adj" fmla="val 8453"/>
            </a:avLst>
          </a:prstGeom>
          <a:solidFill>
            <a:srgbClr val="FCFBF8"/>
          </a:solidFill>
          <a:ln w="19050">
            <a:solidFill>
              <a:srgbClr val="D6D3C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6006033" y="3584153"/>
            <a:ext cx="76200" cy="1081757"/>
          </a:xfrm>
          <a:prstGeom prst="roundRect">
            <a:avLst>
              <a:gd name="adj" fmla="val 27907"/>
            </a:avLst>
          </a:prstGeom>
          <a:solidFill>
            <a:srgbClr val="1B5F3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43042" y="37449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Redis-Backed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243042" y="4051474"/>
            <a:ext cx="224395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Uses Redis for caching and async task queues</a:t>
            </a:r>
            <a:endParaRPr lang="en-US" sz="11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94AFDE5-DF06-60F2-D39D-5FA9D82DEAA7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C1C53BC-855C-3FF2-4462-ACC840F7F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2" y="380181"/>
            <a:ext cx="3287241" cy="43830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48317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Docker — Containerization Layer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3925119" y="1581745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Every component of SlugAPI is packaged as a Docker image, ensuring environment parity from development to production.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925119" y="2194843"/>
            <a:ext cx="2290465" cy="1275234"/>
          </a:xfrm>
          <a:prstGeom prst="roundRect">
            <a:avLst>
              <a:gd name="adj" fmla="val 1668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066877" y="2336602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🐳</a:t>
            </a: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Django App Image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066877" y="2647876"/>
            <a:ext cx="20069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Multi-stage build minimizing image size and attack surface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357342" y="2194843"/>
            <a:ext cx="2290539" cy="1275234"/>
          </a:xfrm>
          <a:prstGeom prst="roundRect">
            <a:avLst>
              <a:gd name="adj" fmla="val 1668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499101" y="2336602"/>
            <a:ext cx="177202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🔒</a:t>
            </a: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Isolated Runtime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99101" y="2647876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Each service runs in its own container with defined resource limits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925119" y="3611835"/>
            <a:ext cx="4722763" cy="1275234"/>
          </a:xfrm>
          <a:prstGeom prst="roundRect">
            <a:avLst>
              <a:gd name="adj" fmla="val 2028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066877" y="3753594"/>
            <a:ext cx="1915492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📦</a:t>
            </a: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Docker Hub Registry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066877" y="4064867"/>
            <a:ext cx="4439245" cy="7683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Images are tagged and pushed to Docker Hub automatically via Jenkins</a:t>
            </a:r>
          </a:p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</a:rPr>
              <a:t>Image:  harshchauhan01/slug-api:latest</a:t>
            </a:r>
            <a:endParaRPr lang="en-US" sz="11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9381FE-8B06-1CAF-096A-BB2E9E5FB133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3439BC-993D-8E16-7FDF-DC427EF2F3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6605" y="280169"/>
            <a:ext cx="4443338" cy="318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Kubernetes — Container Orchestration</a:t>
            </a:r>
            <a:endParaRPr lang="en-US" sz="2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605" y="790724"/>
            <a:ext cx="3391049" cy="3391049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605" y="790724"/>
            <a:ext cx="3391049" cy="339104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00960" y="2346201"/>
            <a:ext cx="3391049" cy="280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SlugAPI runs on two Kubernetes environments, each serving a distinct purpose in the development lifecycle.</a:t>
            </a:r>
            <a:endParaRPr lang="en-US" sz="800" dirty="0"/>
          </a:p>
        </p:txBody>
      </p:sp>
      <p:sp>
        <p:nvSpPr>
          <p:cNvPr id="6" name="Shape 2"/>
          <p:cNvSpPr/>
          <p:nvPr/>
        </p:nvSpPr>
        <p:spPr>
          <a:xfrm>
            <a:off x="1056605" y="4346525"/>
            <a:ext cx="229195" cy="229195"/>
          </a:xfrm>
          <a:prstGeom prst="roundRect">
            <a:avLst>
              <a:gd name="adj" fmla="val 6669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359024" y="4381500"/>
            <a:ext cx="1273671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kind Cluster (Local)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359024" y="4584650"/>
            <a:ext cx="3167137" cy="280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Kubernetes IN Docker — fast, lightweight local cluster used for development and pre-deployment testing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4617690" y="4346525"/>
            <a:ext cx="229195" cy="229195"/>
          </a:xfrm>
          <a:prstGeom prst="roundRect">
            <a:avLst>
              <a:gd name="adj" fmla="val 6669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920109" y="4381500"/>
            <a:ext cx="2008287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AWS kubeadm Cluster (Production)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920109" y="4584650"/>
            <a:ext cx="3167211" cy="280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Provisioned via Terraform on AWS EC2 instances — multi-node, production-ready, scalable cluster</a:t>
            </a:r>
            <a:endParaRPr lang="en-US" sz="8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A309A7-6241-A24D-4355-1CD2C5590B9E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13A50CB-E9C8-4424-6E1C-30719F9A1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684386"/>
            <a:ext cx="2628230" cy="262823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74988" y="1333723"/>
            <a:ext cx="1691506" cy="266402"/>
          </a:xfrm>
          <a:prstGeom prst="roundRect">
            <a:avLst>
              <a:gd name="adj" fmla="val 6386"/>
            </a:avLst>
          </a:prstGeom>
          <a:solidFill>
            <a:srgbClr val="D7F4E4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3560043" y="1376214"/>
            <a:ext cx="1521396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INFRASTRUCTURE AS CODE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3474988" y="1656829"/>
            <a:ext cx="492524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Terraform — AWS Provisioning</a:t>
            </a:r>
            <a:endParaRPr lang="en-US" sz="2750" dirty="0"/>
          </a:p>
        </p:txBody>
      </p:sp>
      <p:sp>
        <p:nvSpPr>
          <p:cNvPr id="6" name="Text 3"/>
          <p:cNvSpPr/>
          <p:nvPr/>
        </p:nvSpPr>
        <p:spPr>
          <a:xfrm>
            <a:off x="3474988" y="2241575"/>
            <a:ext cx="517758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Terraform automates the provisioning of the AWS infrastructure that hosts the production Kubernetes cluster.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9250" y="3635946"/>
            <a:ext cx="212601" cy="21260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56816" y="363155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EC2 Instances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956816" y="3938067"/>
            <a:ext cx="213843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Provisions and configures worker and control-plane nodes for the kubeadm cluster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25564" y="3635946"/>
            <a:ext cx="212601" cy="21260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733130" y="363155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VPC &amp; Networking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3733130" y="3938067"/>
            <a:ext cx="213843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Defines VPCs, subnets, security groups, and routing tables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01879" y="3635946"/>
            <a:ext cx="212601" cy="21260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9445" y="363155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State Management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6509445" y="3938067"/>
            <a:ext cx="213843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Remote state stored in S3 with DynamoDB locking for team-safe operations</a:t>
            </a:r>
            <a:endParaRPr lang="en-US" sz="11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F0C2F6-5F42-3B32-2573-EF333746C16D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40A09EB-48F5-01A2-86A4-945F9720A2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380181"/>
            <a:ext cx="3287241" cy="43830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454819"/>
            <a:ext cx="399082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Jenkins — CI/CD Pipeline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1110407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Jenkins automates the entire build-and-deploy workflow. Every commit to GitHub triggers a pipeline that builds, tests, and publishes a new Docker image.</a:t>
            </a:r>
            <a:endParaRPr lang="en-US" sz="11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950318"/>
            <a:ext cx="4722763" cy="212519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07554" y="2038584"/>
            <a:ext cx="826463" cy="127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Webhook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207554" y="2202628"/>
            <a:ext cx="826463" cy="204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GitHub triggers pipeline on commit</a:t>
            </a:r>
            <a:endParaRPr lang="en-US" sz="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1526" y="2617562"/>
            <a:ext cx="183059" cy="18305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024935" y="3632477"/>
            <a:ext cx="831004" cy="127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Build Image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2024935" y="3796521"/>
            <a:ext cx="831004" cy="204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Jenkins runs docker build</a:t>
            </a:r>
            <a:endParaRPr lang="en-US" sz="6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48907" y="3285090"/>
            <a:ext cx="183059" cy="18305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833234" y="2022690"/>
            <a:ext cx="826463" cy="127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Run Tests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2833234" y="2186734"/>
            <a:ext cx="826463" cy="204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Execute Django test suite</a:t>
            </a:r>
            <a:endParaRPr lang="en-US" sz="6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70829" y="2599398"/>
            <a:ext cx="183059" cy="183059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50615" y="3632477"/>
            <a:ext cx="826463" cy="127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Push Image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3650615" y="3796521"/>
            <a:ext cx="826463" cy="204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6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Tag and push to Docker Hub</a:t>
            </a:r>
            <a:endParaRPr lang="en-US" sz="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74588" y="3285090"/>
            <a:ext cx="183059" cy="183059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96119" y="4234979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pipeline only pushes to Docker Hub if all tests pass — enforcing quality gates before any image is published.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029" y="320204"/>
            <a:ext cx="3704704" cy="31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Prometheus — Metrics Collection</a:t>
            </a:r>
            <a:endParaRPr lang="en-US" sz="1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29" y="815578"/>
            <a:ext cx="3317304" cy="3317304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029" y="815578"/>
            <a:ext cx="3317304" cy="331730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698281" y="2338388"/>
            <a:ext cx="3317304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Prometheus scrapes metrics from multiple exporters across the stack, storing them in a time-series database for querying and alerting.</a:t>
            </a:r>
            <a:endParaRPr lang="en-US" sz="750" dirty="0"/>
          </a:p>
        </p:txBody>
      </p:sp>
      <p:sp>
        <p:nvSpPr>
          <p:cNvPr id="6" name="Shape 2"/>
          <p:cNvSpPr/>
          <p:nvPr/>
        </p:nvSpPr>
        <p:spPr>
          <a:xfrm>
            <a:off x="1133029" y="4290492"/>
            <a:ext cx="2245891" cy="532805"/>
          </a:xfrm>
          <a:prstGeom prst="roundRect">
            <a:avLst>
              <a:gd name="adj" fmla="val 2806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232669" y="4390132"/>
            <a:ext cx="12459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Node Exporter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232669" y="4587850"/>
            <a:ext cx="2046610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Host-level CPU, memory, disk I/O</a:t>
            </a:r>
            <a:endParaRPr lang="en-US" sz="750" dirty="0"/>
          </a:p>
        </p:txBody>
      </p:sp>
      <p:sp>
        <p:nvSpPr>
          <p:cNvPr id="9" name="Shape 5"/>
          <p:cNvSpPr/>
          <p:nvPr/>
        </p:nvSpPr>
        <p:spPr>
          <a:xfrm>
            <a:off x="3448943" y="4290492"/>
            <a:ext cx="2245965" cy="532805"/>
          </a:xfrm>
          <a:prstGeom prst="roundRect">
            <a:avLst>
              <a:gd name="adj" fmla="val 2806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3548583" y="4390132"/>
            <a:ext cx="12459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Redis Exporter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48583" y="4587850"/>
            <a:ext cx="2046684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Cache hit rates, memory, connections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764932" y="4290492"/>
            <a:ext cx="2245965" cy="532805"/>
          </a:xfrm>
          <a:prstGeom prst="roundRect">
            <a:avLst>
              <a:gd name="adj" fmla="val 2806"/>
            </a:avLst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5864572" y="4390132"/>
            <a:ext cx="1245989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App Exporter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64572" y="4587850"/>
            <a:ext cx="2046684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Request latency, error rates, throughput</a:t>
            </a:r>
            <a:endParaRPr lang="en-US" sz="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4CD099-53B7-58BC-5DEC-3F32324ECD11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2917716-058B-0E55-AE37-D06463686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452" y="374377"/>
            <a:ext cx="3296022" cy="439474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5162" y="427881"/>
            <a:ext cx="4784675" cy="830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Grafana — Visualization &amp; Dashboards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65162" y="1445344"/>
            <a:ext cx="4784675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Grafana connects to Prometheus as a data source and renders real-time dashboards, giving engineers full visibility into SlugAPI's health and performance.</a:t>
            </a:r>
            <a:endParaRPr lang="en-US" sz="10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162" y="2203400"/>
            <a:ext cx="265807" cy="26580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86718" y="2249016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Live Metrics Graphs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86718" y="2531418"/>
            <a:ext cx="4363120" cy="2059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Request rates, latency percentiles, error rates — visualized in real time</a:t>
            </a:r>
            <a:endParaRPr lang="en-US" sz="10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5162" y="2986534"/>
            <a:ext cx="265807" cy="26580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86718" y="3032150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Alerting Rules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886718" y="3314551"/>
            <a:ext cx="4363120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Threshold-based alerts for anomalies — CPU spikes, high error rates, pod restarts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162" y="3975646"/>
            <a:ext cx="265807" cy="26580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86718" y="4021262"/>
            <a:ext cx="1895996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Multi-Source Dashboards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886718" y="4303663"/>
            <a:ext cx="4363120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Unified views combining Node, Redis, and application-level metrics in one place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03759" y="312837"/>
            <a:ext cx="3631778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The Full Pipeline — End to End</a:t>
            </a:r>
            <a:endParaRPr lang="en-US" sz="20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59" y="804565"/>
            <a:ext cx="7101408" cy="2664768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85933" y="1483329"/>
            <a:ext cx="366816" cy="36681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759123" y="2822435"/>
            <a:ext cx="1071101" cy="206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K8s Deploy</a:t>
            </a:r>
            <a:endParaRPr lang="en-US" sz="12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3044" y="1484017"/>
            <a:ext cx="366816" cy="36681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09242" y="2822435"/>
            <a:ext cx="1071101" cy="206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Push Image</a:t>
            </a:r>
            <a:endParaRPr lang="en-US" sz="1250" dirty="0"/>
          </a:p>
        </p:txBody>
      </p:sp>
      <p:sp>
        <p:nvSpPr>
          <p:cNvPr id="8" name="Text 3"/>
          <p:cNvSpPr/>
          <p:nvPr/>
        </p:nvSpPr>
        <p:spPr>
          <a:xfrm>
            <a:off x="4066696" y="2822435"/>
            <a:ext cx="1071102" cy="206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Docker Build</a:t>
            </a:r>
            <a:endParaRPr lang="en-US" sz="12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57953" y="1484017"/>
            <a:ext cx="366816" cy="366816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724151" y="2822435"/>
            <a:ext cx="1071102" cy="206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Jenkins Build</a:t>
            </a:r>
            <a:endParaRPr lang="en-US" sz="12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08071" y="1484017"/>
            <a:ext cx="366816" cy="36681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352260" y="2822435"/>
            <a:ext cx="1071102" cy="206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Git Push</a:t>
            </a:r>
            <a:endParaRPr lang="en-US" sz="1250" dirty="0"/>
          </a:p>
        </p:txBody>
      </p:sp>
      <p:sp>
        <p:nvSpPr>
          <p:cNvPr id="13" name="Text 6"/>
          <p:cNvSpPr/>
          <p:nvPr/>
        </p:nvSpPr>
        <p:spPr>
          <a:xfrm>
            <a:off x="903759" y="3559001"/>
            <a:ext cx="7336408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From a single </a:t>
            </a:r>
            <a:r>
              <a:rPr lang="en-US" sz="80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to live metrics — SlugAPI's pipeline is fully automated, observable, and production-ready.</a:t>
            </a:r>
            <a:endParaRPr lang="en-US" sz="800" dirty="0"/>
          </a:p>
        </p:txBody>
      </p:sp>
      <p:sp>
        <p:nvSpPr>
          <p:cNvPr id="14" name="Text 7"/>
          <p:cNvSpPr/>
          <p:nvPr/>
        </p:nvSpPr>
        <p:spPr>
          <a:xfrm>
            <a:off x="903759" y="3855393"/>
            <a:ext cx="2379018" cy="350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6</a:t>
            </a:r>
            <a:endParaRPr lang="en-US" sz="2750" dirty="0"/>
          </a:p>
        </p:txBody>
      </p:sp>
      <p:sp>
        <p:nvSpPr>
          <p:cNvPr id="15" name="Text 8"/>
          <p:cNvSpPr/>
          <p:nvPr/>
        </p:nvSpPr>
        <p:spPr>
          <a:xfrm>
            <a:off x="1428750" y="4319141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Core Services</a:t>
            </a:r>
            <a:endParaRPr lang="en-US" sz="1000" dirty="0"/>
          </a:p>
        </p:txBody>
      </p:sp>
      <p:sp>
        <p:nvSpPr>
          <p:cNvPr id="16" name="Text 9"/>
          <p:cNvSpPr/>
          <p:nvPr/>
        </p:nvSpPr>
        <p:spPr>
          <a:xfrm>
            <a:off x="903759" y="4533007"/>
            <a:ext cx="237901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Django, Docker, K8s, Terraform, Jenkins, Prometheus/Grafana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3382417" y="3855393"/>
            <a:ext cx="2379018" cy="350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2750" dirty="0"/>
          </a:p>
        </p:txBody>
      </p:sp>
      <p:sp>
        <p:nvSpPr>
          <p:cNvPr id="18" name="Text 11"/>
          <p:cNvSpPr/>
          <p:nvPr/>
        </p:nvSpPr>
        <p:spPr>
          <a:xfrm>
            <a:off x="3907408" y="4319141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K8s Environments</a:t>
            </a:r>
            <a:endParaRPr lang="en-US" sz="1000" dirty="0"/>
          </a:p>
        </p:txBody>
      </p:sp>
      <p:sp>
        <p:nvSpPr>
          <p:cNvPr id="19" name="Text 12"/>
          <p:cNvSpPr/>
          <p:nvPr/>
        </p:nvSpPr>
        <p:spPr>
          <a:xfrm>
            <a:off x="3382417" y="4533007"/>
            <a:ext cx="2379018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kind (local) + AWS kubeadm (production)</a:t>
            </a:r>
            <a:endParaRPr lang="en-US" sz="800" dirty="0"/>
          </a:p>
        </p:txBody>
      </p:sp>
      <p:sp>
        <p:nvSpPr>
          <p:cNvPr id="20" name="Text 13"/>
          <p:cNvSpPr/>
          <p:nvPr/>
        </p:nvSpPr>
        <p:spPr>
          <a:xfrm>
            <a:off x="5861075" y="3855393"/>
            <a:ext cx="2379092" cy="350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2750" dirty="0"/>
          </a:p>
        </p:txBody>
      </p:sp>
      <p:sp>
        <p:nvSpPr>
          <p:cNvPr id="21" name="Text 14"/>
          <p:cNvSpPr/>
          <p:nvPr/>
        </p:nvSpPr>
        <p:spPr>
          <a:xfrm>
            <a:off x="6386066" y="4319141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Exporters</a:t>
            </a:r>
            <a:endParaRPr lang="en-US" sz="1000" dirty="0"/>
          </a:p>
        </p:txBody>
      </p:sp>
      <p:sp>
        <p:nvSpPr>
          <p:cNvPr id="22" name="Text 15"/>
          <p:cNvSpPr/>
          <p:nvPr/>
        </p:nvSpPr>
        <p:spPr>
          <a:xfrm>
            <a:off x="5861075" y="4533007"/>
            <a:ext cx="2379092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0"/>
              </a:lnSpc>
              <a:buNone/>
            </a:pPr>
            <a:r>
              <a:rPr lang="en-US" sz="8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Node, Redis, and App exporters feeding Prometheus</a:t>
            </a:r>
            <a:endParaRPr lang="en-US" sz="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D48E6C-1EE4-9959-C230-E2A5F7D89806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D15473F-7040-472E-E758-E6FF972405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3622" y="1387972"/>
            <a:ext cx="664454" cy="55753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530A006-59E8-62A5-352E-23B1D51E9E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7EE8CB-047E-6E48-CFF7-B53CC9F14285}"/>
              </a:ext>
            </a:extLst>
          </p:cNvPr>
          <p:cNvSpPr/>
          <p:nvPr/>
        </p:nvSpPr>
        <p:spPr>
          <a:xfrm>
            <a:off x="8004629" y="4833257"/>
            <a:ext cx="1139371" cy="310243"/>
          </a:xfrm>
          <a:prstGeom prst="rect">
            <a:avLst/>
          </a:prstGeom>
          <a:solidFill>
            <a:srgbClr val="FCFB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E975D2A-4A8C-527D-A9CC-26685B4D10FD}"/>
              </a:ext>
            </a:extLst>
          </p:cNvPr>
          <p:cNvSpPr/>
          <p:nvPr/>
        </p:nvSpPr>
        <p:spPr>
          <a:xfrm>
            <a:off x="841627" y="1396668"/>
            <a:ext cx="7460745" cy="696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50"/>
              </a:lnSpc>
              <a:buNone/>
            </a:pPr>
            <a:r>
              <a:rPr lang="en-US" sz="7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C10E6C6-79A9-36EA-8A6D-D2F7AE3C1290}"/>
              </a:ext>
            </a:extLst>
          </p:cNvPr>
          <p:cNvSpPr/>
          <p:nvPr/>
        </p:nvSpPr>
        <p:spPr>
          <a:xfrm>
            <a:off x="421468" y="4157768"/>
            <a:ext cx="6922609" cy="830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50"/>
              </a:lnSpc>
            </a:pPr>
            <a:r>
              <a:rPr lang="en-US" sz="1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GitHub: </a:t>
            </a:r>
            <a:r>
              <a:rPr lang="en-US" sz="1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  <a:hlinkClick r:id="rId2"/>
              </a:rPr>
              <a:t>https://github.com/harshchauhan01/SlugTerraAPI</a:t>
            </a:r>
            <a:endParaRPr lang="en-US" sz="1600" dirty="0">
              <a:solidFill>
                <a:srgbClr val="233E32"/>
              </a:solidFill>
              <a:latin typeface="Alice" pitchFamily="34" charset="0"/>
              <a:ea typeface="Alice" pitchFamily="34" charset="-122"/>
              <a:cs typeface="Alice" pitchFamily="34" charset="-120"/>
            </a:endParaRPr>
          </a:p>
          <a:p>
            <a:pPr>
              <a:lnSpc>
                <a:spcPts val="3250"/>
              </a:lnSpc>
            </a:pPr>
            <a:r>
              <a:rPr lang="en-US" sz="1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</a:rPr>
              <a:t>DockerHub: </a:t>
            </a:r>
            <a:r>
              <a:rPr lang="en-US" sz="1600" dirty="0">
                <a:hlinkClick r:id="rId3"/>
              </a:rPr>
              <a:t>harshchauhan01/slug-api - Docker Image</a:t>
            </a:r>
            <a:endParaRPr lang="en-US" sz="1600" dirty="0">
              <a:solidFill>
                <a:srgbClr val="233E32"/>
              </a:solidFill>
              <a:latin typeface="Alice" pitchFamily="34" charset="0"/>
              <a:ea typeface="Alice" pitchFamily="34" charset="-122"/>
            </a:endParaRPr>
          </a:p>
          <a:p>
            <a:pPr>
              <a:lnSpc>
                <a:spcPts val="3250"/>
              </a:lnSpc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B652-D149-3F6E-BDBB-5DF2153B8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314" y="103814"/>
            <a:ext cx="498530" cy="498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935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674</Words>
  <Application>Microsoft Office PowerPoint</Application>
  <PresentationFormat>On-screen Show (16:9)</PresentationFormat>
  <Paragraphs>103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Lora</vt:lpstr>
      <vt:lpstr>Consolas</vt:lpstr>
      <vt:lpstr>Alice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Harsh Chauhan</cp:lastModifiedBy>
  <cp:revision>5</cp:revision>
  <dcterms:created xsi:type="dcterms:W3CDTF">2026-05-13T16:27:55Z</dcterms:created>
  <dcterms:modified xsi:type="dcterms:W3CDTF">2026-05-13T16:55:54Z</dcterms:modified>
</cp:coreProperties>
</file>