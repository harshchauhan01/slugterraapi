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71" r:id="rId12"/>
    <p:sldId id="269" r:id="rId13"/>
    <p:sldId id="270" r:id="rId14"/>
    <p:sldId id="265" r:id="rId15"/>
    <p:sldId id="266" r:id="rId16"/>
  </p:sldIdLst>
  <p:sldSz cx="9144000" cy="5143500" type="screen16x9"/>
  <p:notesSz cx="5143500" cy="9144000"/>
  <p:embeddedFontLst>
    <p:embeddedFont>
      <p:font typeface="Alice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ora" pitchFamily="2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31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harshchauhan01/slug-api" TargetMode="External"/><Relationship Id="rId2" Type="http://schemas.openxmlformats.org/officeDocument/2006/relationships/hyperlink" Target="https://github.com/harshchauhan01/SlugTerraAPI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1410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SlugAPI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069692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Cloud-Native API Platform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3925119" y="250506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Django-based REST API, fully containerized and orchestrated — from code commit to production metrics.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3122925"/>
            <a:ext cx="1517303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10174" y="3165415"/>
            <a:ext cx="134719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DEVOPS ARCHITECTURE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13263" y="3118162"/>
            <a:ext cx="106866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03081" y="3165415"/>
            <a:ext cx="88902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652766" y="3118162"/>
            <a:ext cx="104224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42584" y="3165415"/>
            <a:ext cx="8626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3C9331-9157-8F3E-4C6D-B2CB1CEF319F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DA8219D-4133-6F19-952A-EF9839804FDA}"/>
              </a:ext>
            </a:extLst>
          </p:cNvPr>
          <p:cNvSpPr/>
          <p:nvPr/>
        </p:nvSpPr>
        <p:spPr>
          <a:xfrm>
            <a:off x="3925119" y="3542130"/>
            <a:ext cx="4722763" cy="122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Developed By: Harsh Chauhan (12319734)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</a:rPr>
              <a:t>Roll No. : 30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</a:rPr>
              <a:t>Section: 4OM56</a:t>
            </a:r>
          </a:p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</a:rPr>
              <a:t>Subject: INT 377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</a:rPr>
              <a:t>Submitted To: Miss. Arshiya (29453)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C5C8D1-B688-F409-F5D4-24476C4E5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8131"/>
            <a:ext cx="2596381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Architecture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52921"/>
            <a:ext cx="70307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SlugAPI is built on a modern cloud-native stack. Every service plays a defined role — from source control to live dashboards.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975345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05" y="975345"/>
            <a:ext cx="655320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6605" y="4715321"/>
            <a:ext cx="70307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layer is decoupled and automated, enabling rapid iteration, consistent deployments, and real-time observability.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7857B-A63C-2C17-DCE9-532BCE5683E5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A5066D-1237-F89A-3BA5-9BE7237CE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36984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1064791"/>
            <a:ext cx="1250528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60043" y="1107281"/>
            <a:ext cx="10804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APPLICATION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1387897"/>
            <a:ext cx="5177582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SlugAPI — Django REST Framework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74988" y="2415629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SlugAPI is the heart of the platform — a Django-based REST API that handles all business logic and data operations.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584153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77069" y="3584153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14077" y="37449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RESTful Design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4077" y="405147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Clean, versioned API endpoints built on Django REST 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3584153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41551" y="3584153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78560" y="37449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Stateless &amp; Scalable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78560" y="405147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to run in containers — no local state, fully horizontal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25083" y="3584153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006033" y="3584153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43042" y="37449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Redis-Backed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43042" y="405147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Uses Redis for caching and async task queues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4AFDE5-DF06-60F2-D39D-5FA9D82DEAA7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1C53BC-855C-3FF2-4462-ACC840F7F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831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Docker — Containerization Layer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58174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component of SlugAPI is packaged as a Docker image, ensuring environment parity from development to production.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194843"/>
            <a:ext cx="2290465" cy="1275234"/>
          </a:xfrm>
          <a:prstGeom prst="roundRect">
            <a:avLst>
              <a:gd name="adj" fmla="val 166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66877" y="2336602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🐳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Django App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6877" y="2647876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Multi-stage build minimizing image size and attack surface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2194843"/>
            <a:ext cx="2290539" cy="1275234"/>
          </a:xfrm>
          <a:prstGeom prst="roundRect">
            <a:avLst>
              <a:gd name="adj" fmla="val 166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99101" y="2336602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🔒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Isolated Runtime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9101" y="2647876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service runs in its own container with defined resource limits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611835"/>
            <a:ext cx="4722763" cy="1275234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066877" y="3753594"/>
            <a:ext cx="191549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📦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Docker Hub Registry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66877" y="4064867"/>
            <a:ext cx="4439245" cy="76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Images are tagged and pushed to Docker Hub automatically via Jenkins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</a:rPr>
              <a:t>Image:  harshchauhan01/slug-api:latest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9381FE-8B06-1CAF-096A-BB2E9E5FB133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3439BC-993D-8E16-7FDF-DC427EF2F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0169"/>
            <a:ext cx="4443338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Kubernetes — Container Orchestration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790724"/>
            <a:ext cx="3391049" cy="33910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05" y="790724"/>
            <a:ext cx="3391049" cy="33910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00960" y="2346201"/>
            <a:ext cx="33910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SlugAPI runs on two Kubernetes environments, each serving a distinct purpose in the development lifecycle.</a:t>
            </a:r>
            <a:endParaRPr lang="en-US" sz="800" dirty="0"/>
          </a:p>
        </p:txBody>
      </p:sp>
      <p:sp>
        <p:nvSpPr>
          <p:cNvPr id="6" name="Shape 2"/>
          <p:cNvSpPr/>
          <p:nvPr/>
        </p:nvSpPr>
        <p:spPr>
          <a:xfrm>
            <a:off x="1056605" y="4346525"/>
            <a:ext cx="229195" cy="229195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359024" y="438150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kind Cluster (Local)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59024" y="4584650"/>
            <a:ext cx="316713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Kubernetes IN Docker — fast, lightweight local cluster used for development and pre-deployment testing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617690" y="4346525"/>
            <a:ext cx="229195" cy="229195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920109" y="4381500"/>
            <a:ext cx="200828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AWS kubeadm Cluster (Production)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20109" y="4584650"/>
            <a:ext cx="3167211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Provisioned via Terraform on AWS EC2 instances — multi-node, production-ready, scalable cluster</a:t>
            </a:r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309A7-6241-A24D-4355-1CD2C5590B9E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3A50CB-E9C8-4424-6E1C-30719F9A1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4386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1333723"/>
            <a:ext cx="1691506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60043" y="1376214"/>
            <a:ext cx="15213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 AS CODE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1656829"/>
            <a:ext cx="49252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Terraform — AWS Provisioning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74988" y="2241575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Terraform automates the provisioning of the AWS infrastructure that hosts the production Kubernetes cluster.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635946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631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EC2 Instances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56816" y="3938067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Provisions and configures worker and control-plane nodes for the kubeadm cluster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3635946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33130" y="3631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VPC &amp; Networking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733130" y="3938067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Defines VPCs, subnets, security groups, and routing tables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1879" y="3635946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9445" y="3631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 Management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509445" y="3938067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Remote state stored in S3 with DynamoDB locking for team-safe operations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F0C2F6-5F42-3B32-2573-EF333746C16D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0A09EB-48F5-01A2-86A4-945F9720A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54819"/>
            <a:ext cx="39908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Jenkins — CI/CD Pipeline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11040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Jenkins automates the entire build-and-deploy workflow. Every commit to GitHub triggers a pipeline that builds, tests, and publishes a new Docker image.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950318"/>
            <a:ext cx="4722763" cy="21251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554" y="2038584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Webhook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207554" y="2202628"/>
            <a:ext cx="826463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triggers pipeline on commit</a:t>
            </a:r>
            <a:endParaRPr lang="en-US" sz="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1526" y="2617562"/>
            <a:ext cx="183059" cy="1830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4935" y="3632477"/>
            <a:ext cx="831004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Build Image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2024935" y="3796521"/>
            <a:ext cx="831004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Jenkins runs docker build</a:t>
            </a:r>
            <a:endParaRPr lang="en-US" sz="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8907" y="3285090"/>
            <a:ext cx="183059" cy="1830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33234" y="2022690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Run Tests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2833234" y="2186734"/>
            <a:ext cx="826463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Execute Django test suite</a:t>
            </a:r>
            <a:endParaRPr lang="en-US" sz="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70829" y="2599398"/>
            <a:ext cx="183059" cy="1830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50615" y="3632477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Push Image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3650615" y="3796521"/>
            <a:ext cx="826463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Tag and push to Docker Hub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4588" y="3285090"/>
            <a:ext cx="183059" cy="1830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6119" y="42349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pipeline only pushes to Docker Hub if all tests pass — enforcing quality gates before any image is published.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4627F-366E-DD90-A449-622CD0409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344"/>
            <a:ext cx="9144000" cy="42266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CEB735-9DA3-288D-9755-68831FA474AD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C6477-704C-AD9A-4941-BDA15EF01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8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0204"/>
            <a:ext cx="3704704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Prometheus — Metrics Collection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815578"/>
            <a:ext cx="3317304" cy="331730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29" y="815578"/>
            <a:ext cx="3317304" cy="33173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8281" y="2338388"/>
            <a:ext cx="3317304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Prometheus scrapes metrics from multiple exporters across the stack, storing them in a time-series database for querying and alerting.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1133029" y="4290492"/>
            <a:ext cx="2245891" cy="532805"/>
          </a:xfrm>
          <a:prstGeom prst="roundRect">
            <a:avLst>
              <a:gd name="adj" fmla="val 2806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232669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Node Exporter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232669" y="4587850"/>
            <a:ext cx="204661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Host-level CPU, memory, disk I/O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448943" y="4290492"/>
            <a:ext cx="2245965" cy="532805"/>
          </a:xfrm>
          <a:prstGeom prst="roundRect">
            <a:avLst>
              <a:gd name="adj" fmla="val 2806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548583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Redis Exporter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548583" y="4587850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 hit rates, memory, connections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764932" y="4290492"/>
            <a:ext cx="2245965" cy="532805"/>
          </a:xfrm>
          <a:prstGeom prst="roundRect">
            <a:avLst>
              <a:gd name="adj" fmla="val 2806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64572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 Exporter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64572" y="4587850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Request latency, error rates, throughput</a:t>
            </a:r>
            <a:endParaRPr lang="en-US" sz="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4CD099-53B7-58BC-5DEC-3F32324ECD11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917716-058B-0E55-AE37-D06463686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2" y="374377"/>
            <a:ext cx="3296022" cy="4394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427881"/>
            <a:ext cx="4784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Grafana — Visualization &amp; Dashboards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65162" y="1445344"/>
            <a:ext cx="478467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Grafana connects to Prometheus as a data source and renders real-time dashboards, giving engineers full visibility into SlugAPI's health and performance.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162" y="2203400"/>
            <a:ext cx="265807" cy="2658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718" y="224901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Live Metrics Graphs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86718" y="2531418"/>
            <a:ext cx="43631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Request rates, latency percentiles, error rates — visualized in real time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162" y="2986534"/>
            <a:ext cx="265807" cy="2658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718" y="303215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Alerting Rules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86718" y="3314551"/>
            <a:ext cx="436312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Threshold-based alerts for anomalies — CPU spikes, high error rates, pod restarts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162" y="3975646"/>
            <a:ext cx="265807" cy="2658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6718" y="4021262"/>
            <a:ext cx="189599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Multi-Source Dashboards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86718" y="4303663"/>
            <a:ext cx="436312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Unified views combining Node, Redis, and application-level metrics in one place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ED26-FE8B-9541-43C3-C02A9139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6AB1B-C38F-1511-2EC1-A6D091A244EC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4146C-A225-8BAA-BA75-C1E821CF0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862B52-5721-BACF-8D3A-DF54752B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9191"/>
            <a:ext cx="9144000" cy="417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90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6AC0-D7B8-174C-3D75-3130F84B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1AA80-1BE7-5540-84CB-00B7FF32DEF3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CD72F-DC21-8F76-FD04-391128F8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44CC38-704B-DD95-3DE5-E0974995A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1754"/>
            <a:ext cx="9144000" cy="422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5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729E-D54D-B53D-FA52-116B66ED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135DB5-68C2-1815-0D0F-037AEC88AD25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F786B-7B77-00C3-9117-7A544804C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74D1C-5F68-D580-35A1-C6AAABD5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4220"/>
            <a:ext cx="9144000" cy="41750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379B07-A568-07F8-5BFB-4A832AC91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0769"/>
            <a:ext cx="9144000" cy="424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12837"/>
            <a:ext cx="363177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Full Pipeline — End to End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59" y="804565"/>
            <a:ext cx="7101408" cy="26647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5933" y="1483329"/>
            <a:ext cx="366816" cy="3668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59123" y="2822435"/>
            <a:ext cx="1071101" cy="20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K8s Deploy</a:t>
            </a:r>
            <a:endParaRPr lang="en-US" sz="12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3044" y="1484017"/>
            <a:ext cx="366816" cy="3668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09242" y="2822435"/>
            <a:ext cx="1071101" cy="20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Push Image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066696" y="2822435"/>
            <a:ext cx="1071102" cy="20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Docker Build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7953" y="1484017"/>
            <a:ext cx="366816" cy="3668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24151" y="2822435"/>
            <a:ext cx="1071102" cy="20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Jenkins Build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8071" y="1484017"/>
            <a:ext cx="366816" cy="36681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52260" y="2822435"/>
            <a:ext cx="1071102" cy="20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903759" y="3559001"/>
            <a:ext cx="733640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a single </a:t>
            </a:r>
            <a:r>
              <a:rPr lang="en-US" sz="8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live metrics — SlugAPI's pipeline is fully automated, observable, and production-ready.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903759" y="3855393"/>
            <a:ext cx="2379018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2750" dirty="0"/>
          </a:p>
        </p:txBody>
      </p:sp>
      <p:sp>
        <p:nvSpPr>
          <p:cNvPr id="15" name="Text 8"/>
          <p:cNvSpPr/>
          <p:nvPr/>
        </p:nvSpPr>
        <p:spPr>
          <a:xfrm>
            <a:off x="1428750" y="431914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903759" y="4533007"/>
            <a:ext cx="23790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Django, Docker, K8s, Terraform, Jenkins, Prometheus/Grafana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3382417" y="3855393"/>
            <a:ext cx="2379018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750" dirty="0"/>
          </a:p>
        </p:txBody>
      </p:sp>
      <p:sp>
        <p:nvSpPr>
          <p:cNvPr id="18" name="Text 11"/>
          <p:cNvSpPr/>
          <p:nvPr/>
        </p:nvSpPr>
        <p:spPr>
          <a:xfrm>
            <a:off x="3907408" y="431914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K8s Environments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382417" y="4533007"/>
            <a:ext cx="23790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kind (local) + AWS kubeadm (production)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5861075" y="3855393"/>
            <a:ext cx="2379092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750" dirty="0"/>
          </a:p>
        </p:txBody>
      </p:sp>
      <p:sp>
        <p:nvSpPr>
          <p:cNvPr id="21" name="Text 14"/>
          <p:cNvSpPr/>
          <p:nvPr/>
        </p:nvSpPr>
        <p:spPr>
          <a:xfrm>
            <a:off x="6386066" y="431914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Exporters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861075" y="4533007"/>
            <a:ext cx="237909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Node, Redis, and App exporters feeding Prometheus</a:t>
            </a:r>
            <a:endParaRPr lang="en-US" sz="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48E6C-1EE4-9959-C230-E2A5F7D89806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15473F-7040-472E-E758-E6FF972405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3622" y="1387972"/>
            <a:ext cx="664454" cy="5575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530A006-59E8-62A5-352E-23B1D51E9E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7EE8CB-047E-6E48-CFF7-B53CC9F14285}"/>
              </a:ext>
            </a:extLst>
          </p:cNvPr>
          <p:cNvSpPr/>
          <p:nvPr/>
        </p:nvSpPr>
        <p:spPr>
          <a:xfrm>
            <a:off x="8004629" y="4833257"/>
            <a:ext cx="1139371" cy="310243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975D2A-4A8C-527D-A9CC-26685B4D10FD}"/>
              </a:ext>
            </a:extLst>
          </p:cNvPr>
          <p:cNvSpPr/>
          <p:nvPr/>
        </p:nvSpPr>
        <p:spPr>
          <a:xfrm>
            <a:off x="841627" y="1396668"/>
            <a:ext cx="7460745" cy="69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7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C10E6C6-79A9-36EA-8A6D-D2F7AE3C1290}"/>
              </a:ext>
            </a:extLst>
          </p:cNvPr>
          <p:cNvSpPr/>
          <p:nvPr/>
        </p:nvSpPr>
        <p:spPr>
          <a:xfrm>
            <a:off x="421468" y="4157768"/>
            <a:ext cx="6922609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GitHub: </a:t>
            </a: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  <a:hlinkClick r:id="rId2"/>
              </a:rPr>
              <a:t>https://github.com/harshchauhan01/SlugTerraAPI</a:t>
            </a:r>
            <a:endParaRPr lang="en-US" sz="1600" dirty="0">
              <a:solidFill>
                <a:srgbClr val="233E32"/>
              </a:solidFill>
              <a:latin typeface="Alice" pitchFamily="34" charset="0"/>
              <a:ea typeface="Alice" pitchFamily="34" charset="-122"/>
              <a:cs typeface="Alice" pitchFamily="34" charset="-120"/>
            </a:endParaRPr>
          </a:p>
          <a:p>
            <a:pPr>
              <a:lnSpc>
                <a:spcPts val="3250"/>
              </a:lnSpc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</a:rPr>
              <a:t>DockerHub: </a:t>
            </a:r>
            <a:r>
              <a:rPr lang="en-US" sz="1600" dirty="0">
                <a:hlinkClick r:id="rId3"/>
              </a:rPr>
              <a:t>harshchauhan01/slug-api - Docker Image</a:t>
            </a:r>
            <a:endParaRPr lang="en-US" sz="1600" dirty="0">
              <a:solidFill>
                <a:srgbClr val="233E32"/>
              </a:solidFill>
              <a:latin typeface="Alice" pitchFamily="34" charset="0"/>
              <a:ea typeface="Alice" pitchFamily="34" charset="-122"/>
            </a:endParaRPr>
          </a:p>
          <a:p>
            <a:pPr>
              <a:lnSpc>
                <a:spcPts val="3250"/>
              </a:lnSpc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4B652-D149-3F6E-BDBB-5DF2153B8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314" y="103814"/>
            <a:ext cx="498530" cy="49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3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674</Words>
  <Application>Microsoft Office PowerPoint</Application>
  <PresentationFormat>On-screen Show (16:9)</PresentationFormat>
  <Paragraphs>103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Lora</vt:lpstr>
      <vt:lpstr>Consolas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Chauhan</cp:lastModifiedBy>
  <cp:revision>8</cp:revision>
  <dcterms:created xsi:type="dcterms:W3CDTF">2026-05-13T16:27:55Z</dcterms:created>
  <dcterms:modified xsi:type="dcterms:W3CDTF">2026-05-14T13:22:30Z</dcterms:modified>
</cp:coreProperties>
</file>